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C:\Users\karee\Desktop\Apps\AI Roofing Agent\publ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56032"/>
            <a:ext cx="100584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6032" y="804672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1D3461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80467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3B82F6"/>
                </a:solidFill>
              </a:rPr>
              <a:t>AI RECEPTIONIST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56032" y="1188720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 of Roofing Calls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Unanswered.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256032" y="248716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missed call is a job lost to a competitor.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Roofus answers every call, every time — and books the job.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" y="3255264"/>
            <a:ext cx="1783080" cy="804672"/>
          </a:xfrm>
          <a:prstGeom prst="roundRect">
            <a:avLst>
              <a:gd name="adj" fmla="val 11364"/>
            </a:avLst>
          </a:prstGeom>
          <a:solidFill>
            <a:srgbClr val="0F142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6032" y="334670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56032" y="37307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Missed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30552" y="3255264"/>
            <a:ext cx="1783080" cy="804672"/>
          </a:xfrm>
          <a:prstGeom prst="roundRect">
            <a:avLst>
              <a:gd name="adj" fmla="val 11364"/>
            </a:avLst>
          </a:prstGeom>
          <a:solidFill>
            <a:srgbClr val="0F142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130552" y="334670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$8,500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130552" y="37307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Job Value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05072" y="3255264"/>
            <a:ext cx="1783080" cy="804672"/>
          </a:xfrm>
          <a:prstGeom prst="roundRect">
            <a:avLst>
              <a:gd name="adj" fmla="val 11364"/>
            </a:avLst>
          </a:prstGeom>
          <a:solidFill>
            <a:srgbClr val="0F142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005072" y="334670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005072" y="37307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Bookings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56032" y="4151376"/>
            <a:ext cx="1783080" cy="804672"/>
          </a:xfrm>
          <a:prstGeom prst="roundRect">
            <a:avLst>
              <a:gd name="adj" fmla="val 11364"/>
            </a:avLst>
          </a:prstGeom>
          <a:solidFill>
            <a:srgbClr val="0F142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56032" y="4242816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256032" y="462686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130552" y="4151376"/>
            <a:ext cx="1783080" cy="804672"/>
          </a:xfrm>
          <a:prstGeom prst="roundRect">
            <a:avLst>
              <a:gd name="adj" fmla="val 11364"/>
            </a:avLst>
          </a:prstGeom>
          <a:solidFill>
            <a:srgbClr val="0F142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130552" y="4242816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 s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2130552" y="462686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Answer Time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005072" y="4151376"/>
            <a:ext cx="1783080" cy="804672"/>
          </a:xfrm>
          <a:prstGeom prst="roundRect">
            <a:avLst>
              <a:gd name="adj" fmla="val 11364"/>
            </a:avLst>
          </a:prstGeom>
          <a:solidFill>
            <a:srgbClr val="0F142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005072" y="4242816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Day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4005072" y="462686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Payback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1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6032" y="4800600"/>
            <a:ext cx="8686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average 3× more booked appointments in the first 30 days — or we extend free.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6032" y="530352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Roofus.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AI Receptionist.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56032" y="1627632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rings your number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8105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Roofus picks up instantly, 24/7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2340864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3408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3225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Qualifies &amp; books the job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5237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address, service, urgency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3054096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30540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03580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via SMS &amp; email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2369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gets confirmation instantly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767328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767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74904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full lead report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950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call in your dashboard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4645152"/>
            <a:ext cx="3200400" cy="329184"/>
          </a:xfrm>
          <a:prstGeom prst="roundRect">
            <a:avLst>
              <a:gd name="adj" fmla="val 22222"/>
            </a:avLst>
          </a:prstGeom>
          <a:solidFill>
            <a:srgbClr val="0A2240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46451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Try now: +1 (754) 283-7658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201168"/>
            <a:ext cx="4480560" cy="4754880"/>
          </a:xfrm>
          <a:prstGeom prst="roundRect">
            <a:avLst>
              <a:gd name="adj" fmla="val 3265"/>
            </a:avLst>
          </a:prstGeom>
          <a:solidFill>
            <a:srgbClr val="0D1117"/>
          </a:solidFill>
          <a:ln w="15240">
            <a:solidFill>
              <a:srgbClr val="1C2A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201168"/>
            <a:ext cx="448056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201168"/>
            <a:ext cx="4480560" cy="402336"/>
          </a:xfrm>
          <a:prstGeom prst="roundRect">
            <a:avLst>
              <a:gd name="adj" fmla="val 36364"/>
            </a:avLst>
          </a:prstGeom>
          <a:solidFill>
            <a:srgbClr val="111827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9432" y="33832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2468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Roofus · AI Receptionist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87568" y="713232"/>
            <a:ext cx="3063240" cy="292608"/>
          </a:xfrm>
          <a:prstGeom prst="roundRect">
            <a:avLst>
              <a:gd name="adj" fmla="val 31250"/>
            </a:avLst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97296" y="731520"/>
            <a:ext cx="2843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I need my roof inspected after the storm.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99432" y="1097280"/>
            <a:ext cx="3063240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115568"/>
            <a:ext cx="2843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course! I can get you scheduled right away.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property address?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87568" y="1664208"/>
            <a:ext cx="3063240" cy="292608"/>
          </a:xfrm>
          <a:prstGeom prst="roundRect">
            <a:avLst>
              <a:gd name="adj" fmla="val 31250"/>
            </a:avLst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97296" y="1682496"/>
            <a:ext cx="2843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4821 SW 108th Ave, Miami FL.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99432" y="2048256"/>
            <a:ext cx="3063240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066544"/>
            <a:ext cx="2843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— we service that area. What time works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you: morning or afternoon?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87568" y="2615184"/>
            <a:ext cx="3063240" cy="292608"/>
          </a:xfrm>
          <a:prstGeom prst="roundRect">
            <a:avLst>
              <a:gd name="adj" fmla="val 31250"/>
            </a:avLst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97296" y="2633472"/>
            <a:ext cx="2843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Morning, tomorrow if possible.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2999232"/>
            <a:ext cx="3931920" cy="292608"/>
          </a:xfrm>
          <a:prstGeom prst="roundRect">
            <a:avLst>
              <a:gd name="adj" fmla="val 3125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3017520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Booked: Thu 9 AM · Apex Roofing · Confirmation sent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C:\Users\karee\Desktop\Apps\AI Roofing Agent\publ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457200"/>
            <a:ext cx="1371600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123444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Stop Missing Calls?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645920" y="20116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Roofus live for your clients in under 48 hours.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017520" y="2487168"/>
            <a:ext cx="310896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4"/>
          <p:cNvSpPr/>
          <p:nvPr/>
        </p:nvSpPr>
        <p:spPr>
          <a:xfrm>
            <a:off x="1645920" y="269748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✉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148840" y="2697480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connect@luxordev.com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33375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148840" y="3337560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luxordev.com/contact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45920" y="400507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Luxor Developments LLC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017520" y="4434840"/>
            <a:ext cx="3108960" cy="475488"/>
          </a:xfrm>
          <a:prstGeom prst="roundRect">
            <a:avLst>
              <a:gd name="adj" fmla="val 1923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017520" y="44348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Demo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Luxor Developments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Luxor AI — Pitch Deck</dc:title>
  <dc:subject>Roofus AI Receptionist — Pitch Deck</dc:subject>
  <dc:creator>Luxor Developments LLC</dc:creator>
  <cp:lastModifiedBy>Luxor Developments LLC</cp:lastModifiedBy>
  <cp:revision>1</cp:revision>
  <dcterms:created xsi:type="dcterms:W3CDTF">2026-05-26T19:12:58Z</dcterms:created>
  <dcterms:modified xsi:type="dcterms:W3CDTF">2026-05-26T19:12:58Z</dcterms:modified>
</cp:coreProperties>
</file>