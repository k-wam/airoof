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3" name="Image 0" descr="C:\Users\karee\Desktop\Apps\AI Roofing Agent\public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256032"/>
            <a:ext cx="1005840" cy="4572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56032" y="804672"/>
            <a:ext cx="1691640" cy="237744"/>
          </a:xfrm>
          <a:prstGeom prst="roundRect">
            <a:avLst>
              <a:gd name="adj" fmla="val 50000"/>
            </a:avLst>
          </a:prstGeom>
          <a:solidFill>
            <a:srgbClr val="1D3461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56032" y="804672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3B82F6"/>
                </a:solidFill>
              </a:rPr>
              <a:t>AI RECEPTIONIST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256032" y="118872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40% of Roofing Calls</a:t>
            </a:r>
            <a:endParaRPr lang="en-US" sz="4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 Unanswered.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256032" y="2487168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8896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missed call is a job lost to a competitor.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8896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Roofus answers every call, every time — and books the job.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56032" y="3255264"/>
            <a:ext cx="1783080" cy="804672"/>
          </a:xfrm>
          <a:prstGeom prst="roundRect">
            <a:avLst>
              <a:gd name="adj" fmla="val 11364"/>
            </a:avLst>
          </a:prstGeom>
          <a:solidFill>
            <a:srgbClr val="0F142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4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56032" y="3346704"/>
            <a:ext cx="1783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40%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256032" y="373075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6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Missed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130552" y="3255264"/>
            <a:ext cx="1783080" cy="804672"/>
          </a:xfrm>
          <a:prstGeom prst="roundRect">
            <a:avLst>
              <a:gd name="adj" fmla="val 11364"/>
            </a:avLst>
          </a:prstGeom>
          <a:solidFill>
            <a:srgbClr val="0F142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4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2130552" y="3346704"/>
            <a:ext cx="1783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$8,500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2130552" y="373075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6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Job Value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005072" y="3255264"/>
            <a:ext cx="1783080" cy="804672"/>
          </a:xfrm>
          <a:prstGeom prst="roundRect">
            <a:avLst>
              <a:gd name="adj" fmla="val 11364"/>
            </a:avLst>
          </a:prstGeom>
          <a:solidFill>
            <a:srgbClr val="0F142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4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005072" y="3346704"/>
            <a:ext cx="1783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3×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4005072" y="373075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6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Bookings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56032" y="4151376"/>
            <a:ext cx="1783080" cy="804672"/>
          </a:xfrm>
          <a:prstGeom prst="roundRect">
            <a:avLst>
              <a:gd name="adj" fmla="val 11364"/>
            </a:avLst>
          </a:prstGeom>
          <a:solidFill>
            <a:srgbClr val="0F142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4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256032" y="4242816"/>
            <a:ext cx="1783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24/7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256032" y="462686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6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On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2130552" y="4151376"/>
            <a:ext cx="1783080" cy="804672"/>
          </a:xfrm>
          <a:prstGeom prst="roundRect">
            <a:avLst>
              <a:gd name="adj" fmla="val 11364"/>
            </a:avLst>
          </a:prstGeom>
          <a:solidFill>
            <a:srgbClr val="0F142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40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2130552" y="4242816"/>
            <a:ext cx="1783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 2 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2130552" y="462686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6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Answer Time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005072" y="4151376"/>
            <a:ext cx="1783080" cy="804672"/>
          </a:xfrm>
          <a:prstGeom prst="roundRect">
            <a:avLst>
              <a:gd name="adj" fmla="val 11364"/>
            </a:avLst>
          </a:prstGeom>
          <a:solidFill>
            <a:srgbClr val="0F142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40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4005072" y="4242816"/>
            <a:ext cx="1783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 Day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4005072" y="462686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6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Payback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B112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56032" y="4800600"/>
            <a:ext cx="86868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8896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average 3× more booked appointments in the first 30 days — or we extend free.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256032" y="25603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5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56032" y="530352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 Roofus.</a:t>
            </a:r>
            <a:endParaRPr lang="en-US" sz="3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AI Receptionist.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256032" y="1627632"/>
            <a:ext cx="320040" cy="3200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1627632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58368" y="1609344"/>
            <a:ext cx="3474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rings your number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1810512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6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Roofus picks up instantly, 24/7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56032" y="2340864"/>
            <a:ext cx="320040" cy="3200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" y="23408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8368" y="2322576"/>
            <a:ext cx="3474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Qualifies &amp; books the job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" y="2523744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6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Gathers address, service, urgency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56032" y="3054096"/>
            <a:ext cx="320040" cy="3200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" y="305409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3035808"/>
            <a:ext cx="3474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via SMS &amp; email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3236976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6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gets confirmation instantly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56032" y="3767328"/>
            <a:ext cx="320040" cy="3200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6032" y="376732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8368" y="3749040"/>
            <a:ext cx="3474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get a full lead report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8368" y="3950208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6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every call in your dashboard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56032" y="4645152"/>
            <a:ext cx="3200400" cy="329184"/>
          </a:xfrm>
          <a:prstGeom prst="roundRect">
            <a:avLst>
              <a:gd name="adj" fmla="val 22222"/>
            </a:avLst>
          </a:prstGeom>
          <a:solidFill>
            <a:srgbClr val="0A2240"/>
          </a:solidFill>
          <a:ln w="15240">
            <a:solidFill>
              <a:srgbClr val="3B82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6032" y="4645152"/>
            <a:ext cx="3200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📞  Try now: +1 (754) 283-7658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434840" y="201168"/>
            <a:ext cx="4480560" cy="4754880"/>
          </a:xfrm>
          <a:prstGeom prst="roundRect">
            <a:avLst>
              <a:gd name="adj" fmla="val 3265"/>
            </a:avLst>
          </a:prstGeom>
          <a:solidFill>
            <a:srgbClr val="0D1117"/>
          </a:solidFill>
          <a:ln w="15240">
            <a:solidFill>
              <a:srgbClr val="1C2A3A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4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434840" y="201168"/>
            <a:ext cx="4480560" cy="402336"/>
          </a:xfrm>
          <a:prstGeom prst="rect">
            <a:avLst/>
          </a:prstGeom>
          <a:solidFill>
            <a:srgbClr val="111827"/>
          </a:solidFill>
          <a:ln w="12700">
            <a:solidFill>
              <a:srgbClr val="1C2A3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34840" y="201168"/>
            <a:ext cx="4480560" cy="402336"/>
          </a:xfrm>
          <a:prstGeom prst="roundRect">
            <a:avLst>
              <a:gd name="adj" fmla="val 36364"/>
            </a:avLst>
          </a:prstGeom>
          <a:solidFill>
            <a:srgbClr val="111827"/>
          </a:solidFill>
          <a:ln w="12700">
            <a:solidFill>
              <a:srgbClr val="1C2A3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99432" y="338328"/>
            <a:ext cx="128016" cy="128016"/>
          </a:xfrm>
          <a:prstGeom prst="ellipse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82312" y="246888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Roofus · AI Receptionist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687568" y="713232"/>
            <a:ext cx="3063240" cy="292608"/>
          </a:xfrm>
          <a:prstGeom prst="roundRect">
            <a:avLst>
              <a:gd name="adj" fmla="val 31250"/>
            </a:avLst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97296" y="731520"/>
            <a:ext cx="28437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Hi, I need my roof inspected after the storm.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99432" y="1097280"/>
            <a:ext cx="3063240" cy="475488"/>
          </a:xfrm>
          <a:prstGeom prst="roundRect">
            <a:avLst>
              <a:gd name="adj" fmla="val 19231"/>
            </a:avLst>
          </a:prstGeom>
          <a:solidFill>
            <a:srgbClr val="1D4E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09160" y="1115568"/>
            <a:ext cx="28437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course! I can get you scheduled right away.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the property address?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687568" y="1664208"/>
            <a:ext cx="3063240" cy="292608"/>
          </a:xfrm>
          <a:prstGeom prst="roundRect">
            <a:avLst>
              <a:gd name="adj" fmla="val 31250"/>
            </a:avLst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97296" y="1682496"/>
            <a:ext cx="28437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4821 SW 108th Ave, Miami FL.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599432" y="2048256"/>
            <a:ext cx="3063240" cy="475488"/>
          </a:xfrm>
          <a:prstGeom prst="roundRect">
            <a:avLst>
              <a:gd name="adj" fmla="val 19231"/>
            </a:avLst>
          </a:prstGeom>
          <a:solidFill>
            <a:srgbClr val="1D4E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09160" y="2066544"/>
            <a:ext cx="28437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 — we service that area. What time works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you: morning or afternoon?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687568" y="2615184"/>
            <a:ext cx="3063240" cy="292608"/>
          </a:xfrm>
          <a:prstGeom prst="roundRect">
            <a:avLst>
              <a:gd name="adj" fmla="val 31250"/>
            </a:avLst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797296" y="2633472"/>
            <a:ext cx="28437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Morning, tomorrow if possible.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709160" y="2999232"/>
            <a:ext cx="3931920" cy="292608"/>
          </a:xfrm>
          <a:prstGeom prst="roundRect">
            <a:avLst>
              <a:gd name="adj" fmla="val 31250"/>
            </a:avLst>
          </a:prstGeom>
          <a:solidFill>
            <a:srgbClr val="064E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18888" y="3017520"/>
            <a:ext cx="37124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Booked: Thu 9 AM · Apex Roofing · Confirmation sent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3" name="Image 0" descr="C:\Users\karee\Desktop\Apps\AI Roofing Agent\public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0" y="457200"/>
            <a:ext cx="1371600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45920" y="1234440"/>
            <a:ext cx="5852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Ready to Stop Missing Calls?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1645920" y="2011680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896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Roofus live for your clients in under 48 hours.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3017520" y="2487168"/>
            <a:ext cx="3108960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7" name="Text 4"/>
          <p:cNvSpPr/>
          <p:nvPr/>
        </p:nvSpPr>
        <p:spPr>
          <a:xfrm>
            <a:off x="1645920" y="2697480"/>
            <a:ext cx="502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✉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2148840" y="2697480"/>
            <a:ext cx="5349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connect@luxordev.com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645920" y="3337560"/>
            <a:ext cx="502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🌐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2148840" y="3337560"/>
            <a:ext cx="5349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luxordev.com/contact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645920" y="4005072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96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Luxor Developments LLC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017520" y="4434840"/>
            <a:ext cx="3108960" cy="475488"/>
          </a:xfrm>
          <a:prstGeom prst="roundRect">
            <a:avLst>
              <a:gd name="adj" fmla="val 19231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4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3017520" y="4434840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 Free Demo →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Luxor Developments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Luxor AI — Pitch Deck</dc:title>
  <dc:subject>Roofus AI Receptionist — Pitch Deck</dc:subject>
  <dc:creator>Luxor Developments LLC</dc:creator>
  <cp:lastModifiedBy>Luxor Developments LLC</cp:lastModifiedBy>
  <cp:revision>1</cp:revision>
  <dcterms:created xsi:type="dcterms:W3CDTF">2026-05-26T19:48:47Z</dcterms:created>
  <dcterms:modified xsi:type="dcterms:W3CDTF">2026-05-26T19:48:47Z</dcterms:modified>
</cp:coreProperties>
</file>